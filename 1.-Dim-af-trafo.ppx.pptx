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DE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DF18680-E054-41AD-8BC1-D1AEF772440D}" styleName="Mellemlayout 2 - Markering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1"/>
  </p:normalViewPr>
  <p:slideViewPr>
    <p:cSldViewPr snapToGrid="0" snapToObjects="1">
      <p:cViewPr>
        <p:scale>
          <a:sx n="87" d="100"/>
          <a:sy n="87" d="100"/>
        </p:scale>
        <p:origin x="336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04.04.2021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1832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04.04.2021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33693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04.04.2021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64897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04.04.2021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15666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04.04.2021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77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04.04.2021</a:t>
            </a:fld>
            <a:endParaRPr lang="da-DK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65470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04.04.2021</a:t>
            </a:fld>
            <a:endParaRPr lang="da-D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68154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04.04.2021</a:t>
            </a:fld>
            <a:endParaRPr lang="da-DK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0892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04.04.2021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06496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k 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04.04.2021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3470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04.04.2021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1307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da-DK"/>
              <a:t>Klik for at redigere teksttypografierne i masteren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04.04.2021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1857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04.04.2021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60665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04.04.2021</a:t>
            </a:fld>
            <a:endParaRPr 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93455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04.04.2021</a:t>
            </a:fld>
            <a:endParaRPr 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99638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04.04.2021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5403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04.04.2021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369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D20890F-54DF-3940-AF04-11D264C11A1F}" type="datetimeFigureOut">
              <a:rPr lang="da-DK" smtClean="0"/>
              <a:t>04.04.2021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297360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n sidevisning af en abstrakt hvid og grå Flet i sfære form-visning">
            <a:extLst>
              <a:ext uri="{FF2B5EF4-FFF2-40B4-BE49-F238E27FC236}">
                <a16:creationId xmlns:a16="http://schemas.microsoft.com/office/drawing/2014/main" id="{58AFE352-5582-1742-84C8-6AF17646FD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l="9091" t="2588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2ABB5F1-03F8-4349-91DD-77EF2C4AE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911" y="3126988"/>
            <a:ext cx="9194533" cy="604034"/>
          </a:xfrm>
        </p:spPr>
        <p:txBody>
          <a:bodyPr>
            <a:noAutofit/>
          </a:bodyPr>
          <a:lstStyle/>
          <a:p>
            <a:r>
              <a:rPr lang="da-DK" sz="6000" dirty="0"/>
              <a:t>Dimensionering af trafo</a:t>
            </a:r>
          </a:p>
        </p:txBody>
      </p:sp>
    </p:spTree>
    <p:extLst>
      <p:ext uri="{BB962C8B-B14F-4D97-AF65-F5344CB8AC3E}">
        <p14:creationId xmlns:p14="http://schemas.microsoft.com/office/powerpoint/2010/main" val="1366206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F61345C-91B7-4F4F-AB72-19C914EDC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IB – Belastning på trafo</a:t>
            </a:r>
          </a:p>
          <a:p>
            <a:r>
              <a:rPr lang="da-DK" sz="1400" dirty="0"/>
              <a:t>S – Valg af trafo</a:t>
            </a:r>
          </a:p>
          <a:p>
            <a:r>
              <a:rPr lang="da-DK" sz="1400" dirty="0"/>
              <a:t>Strømtransformer</a:t>
            </a:r>
          </a:p>
          <a:p>
            <a:r>
              <a:rPr lang="da-DK" sz="1400" dirty="0"/>
              <a:t>Dimensionering af kabel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843E6AEB-0D73-D44E-BA8B-9685F7F8400A}"/>
              </a:ext>
            </a:extLst>
          </p:cNvPr>
          <p:cNvSpPr txBox="1">
            <a:spLocks/>
          </p:cNvSpPr>
          <p:nvPr/>
        </p:nvSpPr>
        <p:spPr>
          <a:xfrm>
            <a:off x="1103312" y="998912"/>
            <a:ext cx="5662613" cy="60403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500" dirty="0">
                <a:cs typeface="Calibri" panose="020F0502020204030204" pitchFamily="34" charset="0"/>
              </a:rPr>
              <a:t>Disposition</a:t>
            </a:r>
            <a:r>
              <a:rPr lang="da-DK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5570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1E2BA2-3F95-194C-9854-6F8BC3165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1003683"/>
            <a:ext cx="9603275" cy="1049235"/>
          </a:xfrm>
        </p:spPr>
        <p:txBody>
          <a:bodyPr>
            <a:normAutofit/>
          </a:bodyPr>
          <a:lstStyle/>
          <a:p>
            <a:r>
              <a:rPr lang="da-DK" sz="2400" dirty="0"/>
              <a:t>IB – Belastning på trafo 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3A26CB0-6D04-7F47-8728-24B2E9810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Belastningsskema</a:t>
            </a:r>
          </a:p>
          <a:p>
            <a:r>
              <a:rPr lang="da-DK" sz="1400" dirty="0"/>
              <a:t>Fællesregulativet 2019</a:t>
            </a:r>
          </a:p>
          <a:p>
            <a:r>
              <a:rPr lang="da-DK" sz="1400" dirty="0"/>
              <a:t>Fasefordeling</a:t>
            </a:r>
          </a:p>
          <a:p>
            <a:r>
              <a:rPr lang="da-DK" sz="1400" dirty="0"/>
              <a:t>Mest belastede fase</a:t>
            </a:r>
          </a:p>
          <a:p>
            <a:r>
              <a:rPr lang="da-DK" sz="1400" dirty="0"/>
              <a:t>Sikringselement</a:t>
            </a:r>
          </a:p>
        </p:txBody>
      </p:sp>
      <p:graphicFrame>
        <p:nvGraphicFramePr>
          <p:cNvPr id="4" name="Tabel 4">
            <a:extLst>
              <a:ext uri="{FF2B5EF4-FFF2-40B4-BE49-F238E27FC236}">
                <a16:creationId xmlns:a16="http://schemas.microsoft.com/office/drawing/2014/main" id="{6B30D23E-1556-2C4F-B1E0-D1ABD13FC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212558"/>
              </p:ext>
            </p:extLst>
          </p:nvPr>
        </p:nvGraphicFramePr>
        <p:xfrm>
          <a:off x="5276645" y="2532646"/>
          <a:ext cx="5312696" cy="1898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174">
                  <a:extLst>
                    <a:ext uri="{9D8B030D-6E8A-4147-A177-3AD203B41FA5}">
                      <a16:colId xmlns:a16="http://schemas.microsoft.com/office/drawing/2014/main" val="2271764360"/>
                    </a:ext>
                  </a:extLst>
                </a:gridCol>
                <a:gridCol w="1328174">
                  <a:extLst>
                    <a:ext uri="{9D8B030D-6E8A-4147-A177-3AD203B41FA5}">
                      <a16:colId xmlns:a16="http://schemas.microsoft.com/office/drawing/2014/main" val="2955712150"/>
                    </a:ext>
                  </a:extLst>
                </a:gridCol>
                <a:gridCol w="1328174">
                  <a:extLst>
                    <a:ext uri="{9D8B030D-6E8A-4147-A177-3AD203B41FA5}">
                      <a16:colId xmlns:a16="http://schemas.microsoft.com/office/drawing/2014/main" val="484457950"/>
                    </a:ext>
                  </a:extLst>
                </a:gridCol>
                <a:gridCol w="1328174">
                  <a:extLst>
                    <a:ext uri="{9D8B030D-6E8A-4147-A177-3AD203B41FA5}">
                      <a16:colId xmlns:a16="http://schemas.microsoft.com/office/drawing/2014/main" val="4224521071"/>
                    </a:ext>
                  </a:extLst>
                </a:gridCol>
              </a:tblGrid>
              <a:tr h="379671"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Belastning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L3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416179"/>
                  </a:ext>
                </a:extLst>
              </a:tr>
              <a:tr h="379671"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Type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100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102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101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282143"/>
                  </a:ext>
                </a:extLst>
              </a:tr>
              <a:tr h="379671"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Type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100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102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101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047678"/>
                  </a:ext>
                </a:extLst>
              </a:tr>
              <a:tr h="379671">
                <a:tc>
                  <a:txBody>
                    <a:bodyPr/>
                    <a:lstStyle/>
                    <a:p>
                      <a:pPr algn="ctr"/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336960"/>
                  </a:ext>
                </a:extLst>
              </a:tr>
              <a:tr h="379671"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200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204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202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976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04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014810C-4BFC-1944-96D3-D7995FD95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Belastning – Effekt</a:t>
            </a:r>
          </a:p>
          <a:p>
            <a:r>
              <a:rPr lang="da-DK" sz="1400" dirty="0"/>
              <a:t>Valg af Dyn – er vi på primær eller sekundær</a:t>
            </a:r>
          </a:p>
          <a:p>
            <a:r>
              <a:rPr lang="da-DK" sz="1400" dirty="0"/>
              <a:t>Forbrug på trafo</a:t>
            </a:r>
          </a:p>
          <a:p>
            <a:endParaRPr lang="da-DK" sz="1400" dirty="0"/>
          </a:p>
          <a:p>
            <a:endParaRPr lang="da-DK" sz="14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1D768CFB-B7C8-D547-A1F8-1DC20D582DB5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S – valg af trafo </a:t>
            </a:r>
          </a:p>
        </p:txBody>
      </p:sp>
    </p:spTree>
    <p:extLst>
      <p:ext uri="{BB962C8B-B14F-4D97-AF65-F5344CB8AC3E}">
        <p14:creationId xmlns:p14="http://schemas.microsoft.com/office/powerpoint/2010/main" val="3756828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09CB8DF-31F5-1047-BAB9-AF19B6327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Belastning – valg af strømtransformer</a:t>
            </a:r>
          </a:p>
          <a:p>
            <a:r>
              <a:rPr lang="da-DK" sz="1400" dirty="0"/>
              <a:t>Fuldlast – hvormeget bliver belastet i %</a:t>
            </a:r>
          </a:p>
          <a:p>
            <a:r>
              <a:rPr lang="da-DK" sz="1400" dirty="0"/>
              <a:t>I</a:t>
            </a:r>
            <a:r>
              <a:rPr lang="da-DK" sz="1400" baseline="-25000" dirty="0"/>
              <a:t>&gt;strøm</a:t>
            </a:r>
            <a:r>
              <a:rPr lang="da-DK" sz="1400" dirty="0"/>
              <a:t> – Fuldlast i strøm</a:t>
            </a:r>
          </a:p>
          <a:p>
            <a:r>
              <a:rPr lang="da-DK" sz="1400" dirty="0"/>
              <a:t>Strømtransformer sikringselement</a:t>
            </a:r>
          </a:p>
          <a:p>
            <a:endParaRPr lang="da-DK" sz="14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96AD4C47-1256-C04B-B4D1-AE5F4E005FAF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Strømtransformer</a:t>
            </a:r>
          </a:p>
        </p:txBody>
      </p:sp>
    </p:spTree>
    <p:extLst>
      <p:ext uri="{BB962C8B-B14F-4D97-AF65-F5344CB8AC3E}">
        <p14:creationId xmlns:p14="http://schemas.microsoft.com/office/powerpoint/2010/main" val="4232187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C5AA469-BB66-AD47-BEF8-D4BE4AB05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Oplægningsformer af kabler</a:t>
            </a:r>
          </a:p>
          <a:p>
            <a:r>
              <a:rPr lang="da-DK" sz="1400" dirty="0"/>
              <a:t>KTM – er der specifikke oplysninger om jorden</a:t>
            </a:r>
          </a:p>
          <a:p>
            <a:r>
              <a:rPr lang="da-DK" sz="1400" dirty="0"/>
              <a:t>Kd</a:t>
            </a:r>
          </a:p>
          <a:p>
            <a:r>
              <a:rPr lang="da-DK" sz="1400" dirty="0"/>
              <a:t>Kt</a:t>
            </a:r>
          </a:p>
          <a:p>
            <a:r>
              <a:rPr lang="da-DK" sz="1400" dirty="0"/>
              <a:t>Ks</a:t>
            </a:r>
          </a:p>
          <a:p>
            <a:r>
              <a:rPr lang="da-DK" sz="1400" dirty="0"/>
              <a:t>Kabel kontrol – holder strømværdien belastningen</a:t>
            </a:r>
          </a:p>
          <a:p>
            <a:r>
              <a:rPr lang="da-DK" sz="1400" dirty="0"/>
              <a:t>Endeligt valg af kabel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F732F8E7-2636-504E-B0AF-810ACDACC3F3}"/>
              </a:ext>
            </a:extLst>
          </p:cNvPr>
          <p:cNvSpPr txBox="1">
            <a:spLocks/>
          </p:cNvSpPr>
          <p:nvPr/>
        </p:nvSpPr>
        <p:spPr>
          <a:xfrm>
            <a:off x="1103312" y="815921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Dimensionering af kabel</a:t>
            </a:r>
          </a:p>
        </p:txBody>
      </p:sp>
    </p:spTree>
    <p:extLst>
      <p:ext uri="{BB962C8B-B14F-4D97-AF65-F5344CB8AC3E}">
        <p14:creationId xmlns:p14="http://schemas.microsoft.com/office/powerpoint/2010/main" val="24642857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{9037C379-281D-D546-9CDB-20D71457459D}tf10001062</Template>
  <TotalTime>61</TotalTime>
  <Words>128</Words>
  <Application>Microsoft Macintosh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</vt:lpstr>
      <vt:lpstr>Dimensionering af trafo</vt:lpstr>
      <vt:lpstr>PowerPoint-præsentation</vt:lpstr>
      <vt:lpstr>IB – Belastning på trafo 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Dimensionering af trafo</dc:title>
  <dc:creator>Nicolai Alexander Skjershede</dc:creator>
  <cp:lastModifiedBy>Nicolai Alexander Skjershede</cp:lastModifiedBy>
  <cp:revision>6</cp:revision>
  <dcterms:created xsi:type="dcterms:W3CDTF">2021-04-04T16:29:49Z</dcterms:created>
  <dcterms:modified xsi:type="dcterms:W3CDTF">2021-04-04T17:30:49Z</dcterms:modified>
</cp:coreProperties>
</file>