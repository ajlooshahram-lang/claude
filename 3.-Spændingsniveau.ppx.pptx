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 snapToObjects="1">
      <p:cViewPr>
        <p:scale>
          <a:sx n="147" d="100"/>
          <a:sy n="147" d="100"/>
        </p:scale>
        <p:origin x="112" y="-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5953-2162-8C47-83A6-19977CBA448E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BE886-EB35-5B4D-A3C3-4607C4882C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23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183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369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89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5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547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08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4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347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3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5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66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345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6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40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6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9736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 sidevisning af en abstrakt hvid og grå Flet i sfære form-visning">
            <a:extLst>
              <a:ext uri="{FF2B5EF4-FFF2-40B4-BE49-F238E27FC236}">
                <a16:creationId xmlns:a16="http://schemas.microsoft.com/office/drawing/2014/main" id="{58AFE352-5582-1742-84C8-6AF17646F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2588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ABB5F1-03F8-4349-91DD-77EF2C4AE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932" y="3126983"/>
            <a:ext cx="9194533" cy="604034"/>
          </a:xfrm>
        </p:spPr>
        <p:txBody>
          <a:bodyPr>
            <a:noAutofit/>
          </a:bodyPr>
          <a:lstStyle/>
          <a:p>
            <a:r>
              <a:rPr lang="da-DK" sz="6000" dirty="0"/>
              <a:t>Spændingsniveau</a:t>
            </a:r>
          </a:p>
        </p:txBody>
      </p:sp>
    </p:spTree>
    <p:extLst>
      <p:ext uri="{BB962C8B-B14F-4D97-AF65-F5344CB8AC3E}">
        <p14:creationId xmlns:p14="http://schemas.microsoft.com/office/powerpoint/2010/main" val="13662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1345C-91B7-4F4F-AB72-19C914ED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Transformertab - Impedanser</a:t>
            </a:r>
          </a:p>
          <a:p>
            <a:r>
              <a:rPr lang="da-DK" sz="1400" dirty="0"/>
              <a:t>∆U</a:t>
            </a:r>
            <a:r>
              <a:rPr lang="da-DK" sz="1400" baseline="-25000" dirty="0"/>
              <a:t>n trafo</a:t>
            </a:r>
          </a:p>
          <a:p>
            <a:r>
              <a:rPr lang="da-DK" sz="1400" dirty="0"/>
              <a:t>Spændingsfald</a:t>
            </a:r>
          </a:p>
          <a:p>
            <a:endParaRPr lang="da-DK" sz="1400" baseline="-25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43E6AEB-0D73-D44E-BA8B-9685F7F8400A}"/>
              </a:ext>
            </a:extLst>
          </p:cNvPr>
          <p:cNvSpPr txBox="1">
            <a:spLocks/>
          </p:cNvSpPr>
          <p:nvPr/>
        </p:nvSpPr>
        <p:spPr>
          <a:xfrm>
            <a:off x="1103312" y="998912"/>
            <a:ext cx="5662613" cy="604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500" dirty="0">
                <a:cs typeface="Calibri" panose="020F0502020204030204" pitchFamily="34" charset="0"/>
              </a:rPr>
              <a:t>Disposition</a:t>
            </a:r>
            <a:r>
              <a:rPr lang="da-DK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57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14810C-4BFC-1944-96D3-D7995FD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U</a:t>
            </a:r>
            <a:r>
              <a:rPr lang="da-DK" sz="1400" baseline="-25000" dirty="0"/>
              <a:t>net</a:t>
            </a:r>
            <a:r>
              <a:rPr lang="da-DK" sz="1400" dirty="0"/>
              <a:t> trafo – hvor stor er spændingstabet</a:t>
            </a:r>
          </a:p>
          <a:p>
            <a:r>
              <a:rPr lang="da-DK" sz="1400" dirty="0"/>
              <a:t>Impedanser </a:t>
            </a:r>
          </a:p>
          <a:p>
            <a:pPr lvl="1">
              <a:buFont typeface="Wingdings" pitchFamily="2" charset="2"/>
              <a:buChar char="Ø"/>
            </a:pPr>
            <a:r>
              <a:rPr lang="da-DK" sz="1000" dirty="0"/>
              <a:t>Z</a:t>
            </a:r>
            <a:r>
              <a:rPr lang="da-DK" sz="1000" baseline="-25000" dirty="0"/>
              <a:t>trafo primær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Z</a:t>
            </a:r>
            <a:r>
              <a:rPr lang="da-DK" sz="1200" baseline="-25000" dirty="0"/>
              <a:t>trafo sekundær</a:t>
            </a:r>
            <a:endParaRPr lang="da-DK" sz="1400" dirty="0"/>
          </a:p>
          <a:p>
            <a:r>
              <a:rPr lang="da-DK" sz="1400" dirty="0"/>
              <a:t>Længder</a:t>
            </a:r>
          </a:p>
          <a:p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D768CFB-B7C8-D547-A1F8-1DC20D582DB5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Transformertab</a:t>
            </a:r>
          </a:p>
        </p:txBody>
      </p: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AF0F03B6-1E75-FA40-92B9-B3FAAB66BE2D}"/>
              </a:ext>
            </a:extLst>
          </p:cNvPr>
          <p:cNvCxnSpPr/>
          <p:nvPr/>
        </p:nvCxnSpPr>
        <p:spPr>
          <a:xfrm>
            <a:off x="3099460" y="4370119"/>
            <a:ext cx="1626919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A055FFAF-C435-8843-8F29-10A869F8E336}"/>
              </a:ext>
            </a:extLst>
          </p:cNvPr>
          <p:cNvCxnSpPr>
            <a:cxnSpLocks/>
          </p:cNvCxnSpPr>
          <p:nvPr/>
        </p:nvCxnSpPr>
        <p:spPr>
          <a:xfrm>
            <a:off x="4723626" y="4119747"/>
            <a:ext cx="0" cy="50074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ige forbindelse 73">
            <a:extLst>
              <a:ext uri="{FF2B5EF4-FFF2-40B4-BE49-F238E27FC236}">
                <a16:creationId xmlns:a16="http://schemas.microsoft.com/office/drawing/2014/main" id="{D46B7B47-E72F-DF47-9E8E-6D4C9A277969}"/>
              </a:ext>
            </a:extLst>
          </p:cNvPr>
          <p:cNvCxnSpPr>
            <a:cxnSpLocks/>
          </p:cNvCxnSpPr>
          <p:nvPr/>
        </p:nvCxnSpPr>
        <p:spPr>
          <a:xfrm>
            <a:off x="6350545" y="4018699"/>
            <a:ext cx="0" cy="50074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ige forbindelse 74">
            <a:extLst>
              <a:ext uri="{FF2B5EF4-FFF2-40B4-BE49-F238E27FC236}">
                <a16:creationId xmlns:a16="http://schemas.microsoft.com/office/drawing/2014/main" id="{0944D8B6-AD57-7A49-9F5B-D107AD188C7B}"/>
              </a:ext>
            </a:extLst>
          </p:cNvPr>
          <p:cNvCxnSpPr/>
          <p:nvPr/>
        </p:nvCxnSpPr>
        <p:spPr>
          <a:xfrm>
            <a:off x="4723626" y="4269071"/>
            <a:ext cx="1626919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ige forbindelse 75">
            <a:extLst>
              <a:ext uri="{FF2B5EF4-FFF2-40B4-BE49-F238E27FC236}">
                <a16:creationId xmlns:a16="http://schemas.microsoft.com/office/drawing/2014/main" id="{43A5628D-EE98-0F46-AC12-B09CC8533BE4}"/>
              </a:ext>
            </a:extLst>
          </p:cNvPr>
          <p:cNvCxnSpPr/>
          <p:nvPr/>
        </p:nvCxnSpPr>
        <p:spPr>
          <a:xfrm>
            <a:off x="6350545" y="4168023"/>
            <a:ext cx="1626919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ige forbindelse 76">
            <a:extLst>
              <a:ext uri="{FF2B5EF4-FFF2-40B4-BE49-F238E27FC236}">
                <a16:creationId xmlns:a16="http://schemas.microsoft.com/office/drawing/2014/main" id="{FB7ECD9C-1A4B-234D-A311-5906EE28C5BA}"/>
              </a:ext>
            </a:extLst>
          </p:cNvPr>
          <p:cNvCxnSpPr>
            <a:cxnSpLocks/>
          </p:cNvCxnSpPr>
          <p:nvPr/>
        </p:nvCxnSpPr>
        <p:spPr>
          <a:xfrm>
            <a:off x="7977464" y="3917651"/>
            <a:ext cx="0" cy="50074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ige forbindelse 77">
            <a:extLst>
              <a:ext uri="{FF2B5EF4-FFF2-40B4-BE49-F238E27FC236}">
                <a16:creationId xmlns:a16="http://schemas.microsoft.com/office/drawing/2014/main" id="{8628CA6D-EC70-B946-AAB7-418928663D2D}"/>
              </a:ext>
            </a:extLst>
          </p:cNvPr>
          <p:cNvCxnSpPr/>
          <p:nvPr/>
        </p:nvCxnSpPr>
        <p:spPr>
          <a:xfrm>
            <a:off x="7977464" y="4018699"/>
            <a:ext cx="1626919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kstfelt 78">
            <a:extLst>
              <a:ext uri="{FF2B5EF4-FFF2-40B4-BE49-F238E27FC236}">
                <a16:creationId xmlns:a16="http://schemas.microsoft.com/office/drawing/2014/main" id="{00B12821-3A96-0341-9FD9-10636CE30450}"/>
              </a:ext>
            </a:extLst>
          </p:cNvPr>
          <p:cNvSpPr txBox="1"/>
          <p:nvPr/>
        </p:nvSpPr>
        <p:spPr>
          <a:xfrm>
            <a:off x="3555093" y="4150658"/>
            <a:ext cx="1863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W1 – 50 m</a:t>
            </a:r>
          </a:p>
        </p:txBody>
      </p:sp>
      <p:sp>
        <p:nvSpPr>
          <p:cNvPr id="80" name="Tekstfelt 79">
            <a:extLst>
              <a:ext uri="{FF2B5EF4-FFF2-40B4-BE49-F238E27FC236}">
                <a16:creationId xmlns:a16="http://schemas.microsoft.com/office/drawing/2014/main" id="{8DFF54BC-6D2C-1144-AE42-3627A1D28D96}"/>
              </a:ext>
            </a:extLst>
          </p:cNvPr>
          <p:cNvSpPr txBox="1"/>
          <p:nvPr/>
        </p:nvSpPr>
        <p:spPr>
          <a:xfrm>
            <a:off x="5142067" y="4060300"/>
            <a:ext cx="1863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W2 – 100 m</a:t>
            </a:r>
          </a:p>
        </p:txBody>
      </p:sp>
      <p:sp>
        <p:nvSpPr>
          <p:cNvPr id="81" name="Tekstfelt 80">
            <a:extLst>
              <a:ext uri="{FF2B5EF4-FFF2-40B4-BE49-F238E27FC236}">
                <a16:creationId xmlns:a16="http://schemas.microsoft.com/office/drawing/2014/main" id="{F7A737BC-E71E-904F-AB99-C769B4FA1447}"/>
              </a:ext>
            </a:extLst>
          </p:cNvPr>
          <p:cNvSpPr txBox="1"/>
          <p:nvPr/>
        </p:nvSpPr>
        <p:spPr>
          <a:xfrm>
            <a:off x="6828218" y="3951061"/>
            <a:ext cx="1863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W3 – 150 m</a:t>
            </a:r>
          </a:p>
        </p:txBody>
      </p:sp>
      <p:sp>
        <p:nvSpPr>
          <p:cNvPr id="82" name="Tekstfelt 81">
            <a:extLst>
              <a:ext uri="{FF2B5EF4-FFF2-40B4-BE49-F238E27FC236}">
                <a16:creationId xmlns:a16="http://schemas.microsoft.com/office/drawing/2014/main" id="{5513D47B-D9D3-4F41-8976-CABAF0693569}"/>
              </a:ext>
            </a:extLst>
          </p:cNvPr>
          <p:cNvSpPr txBox="1"/>
          <p:nvPr/>
        </p:nvSpPr>
        <p:spPr>
          <a:xfrm>
            <a:off x="8455136" y="3803255"/>
            <a:ext cx="1863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W4 – 225 m</a:t>
            </a:r>
          </a:p>
        </p:txBody>
      </p:sp>
    </p:spTree>
    <p:extLst>
      <p:ext uri="{BB962C8B-B14F-4D97-AF65-F5344CB8AC3E}">
        <p14:creationId xmlns:p14="http://schemas.microsoft.com/office/powerpoint/2010/main" val="375682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9CB8DF-31F5-1047-BAB9-AF19B632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R/X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Z</a:t>
            </a:r>
            <a:r>
              <a:rPr lang="da-DK" sz="1200" baseline="-25000" dirty="0"/>
              <a:t>trafo primærtab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R</a:t>
            </a:r>
            <a:r>
              <a:rPr lang="da-DK" sz="1200" baseline="-25000" dirty="0"/>
              <a:t>trafo sekundær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X</a:t>
            </a:r>
            <a:r>
              <a:rPr lang="da-DK" sz="1200" baseline="-25000" dirty="0"/>
              <a:t>trafo sekundær</a:t>
            </a:r>
          </a:p>
          <a:p>
            <a:r>
              <a:rPr lang="da-DK" sz="1400" dirty="0"/>
              <a:t>Fuldlaststrømme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Primær - Lav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Sekundær - Høj</a:t>
            </a:r>
          </a:p>
          <a:p>
            <a:r>
              <a:rPr lang="da-DK" sz="1400" dirty="0"/>
              <a:t>∆U</a:t>
            </a:r>
            <a:r>
              <a:rPr lang="da-DK" sz="1400" baseline="-25000" dirty="0"/>
              <a:t>n trafotab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Primær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Sekundær</a:t>
            </a:r>
          </a:p>
          <a:p>
            <a:pPr marL="0" indent="0">
              <a:buNone/>
            </a:pPr>
            <a:endParaRPr lang="da-DK" sz="1400" dirty="0"/>
          </a:p>
          <a:p>
            <a:endParaRPr lang="da-DK" sz="1400" dirty="0"/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6AD4C47-1256-C04B-B4D1-AE5F4E005FAF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∆U trafo</a:t>
            </a:r>
            <a:endParaRPr lang="da-DK" sz="2400" baseline="-25000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B9C6237C-EDA2-1D42-8514-E80E677A24D8}"/>
              </a:ext>
            </a:extLst>
          </p:cNvPr>
          <p:cNvSpPr/>
          <p:nvPr/>
        </p:nvSpPr>
        <p:spPr>
          <a:xfrm>
            <a:off x="7766462" y="1484416"/>
            <a:ext cx="558141" cy="17219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Rektangel 28">
            <a:extLst>
              <a:ext uri="{FF2B5EF4-FFF2-40B4-BE49-F238E27FC236}">
                <a16:creationId xmlns:a16="http://schemas.microsoft.com/office/drawing/2014/main" id="{B8B91C9E-0650-1349-8866-95887AE21266}"/>
              </a:ext>
            </a:extLst>
          </p:cNvPr>
          <p:cNvSpPr/>
          <p:nvPr/>
        </p:nvSpPr>
        <p:spPr>
          <a:xfrm>
            <a:off x="7766461" y="3206338"/>
            <a:ext cx="558141" cy="17219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8A1CD4A-94D6-7E4D-9681-6E8172A5AE9E}"/>
              </a:ext>
            </a:extLst>
          </p:cNvPr>
          <p:cNvSpPr txBox="1"/>
          <p:nvPr/>
        </p:nvSpPr>
        <p:spPr>
          <a:xfrm>
            <a:off x="7853546" y="2207321"/>
            <a:ext cx="9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N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3EAA62A7-E024-184F-A9B2-BECC4EE23A94}"/>
              </a:ext>
            </a:extLst>
          </p:cNvPr>
          <p:cNvSpPr txBox="1"/>
          <p:nvPr/>
        </p:nvSpPr>
        <p:spPr>
          <a:xfrm>
            <a:off x="7853547" y="3965992"/>
            <a:ext cx="9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C0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3218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8836AB-3D35-814B-A1B0-D46B0ACB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400" dirty="0"/>
              <a:t>Tilnærmet spændingsfald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Primærside</a:t>
            </a:r>
          </a:p>
          <a:p>
            <a:r>
              <a:rPr lang="da-DK" sz="1400" dirty="0"/>
              <a:t>Spændingstab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Sekundær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Omsætningstal</a:t>
            </a:r>
          </a:p>
          <a:p>
            <a:r>
              <a:rPr lang="da-DK" sz="1400" dirty="0"/>
              <a:t>∆U</a:t>
            </a:r>
            <a:r>
              <a:rPr lang="da-DK" sz="1400" baseline="-25000" dirty="0"/>
              <a:t>n sekundær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Efter spændingstab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Spænding efter tab</a:t>
            </a:r>
          </a:p>
          <a:p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6138A37C-C430-BD46-ABA1-BE19F21CD2D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Spændingsfald</a:t>
            </a:r>
            <a:endParaRPr lang="da-DK" sz="2400" baseline="-250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5206EB2-D3D8-234C-B27D-A88B24171F27}"/>
              </a:ext>
            </a:extLst>
          </p:cNvPr>
          <p:cNvSpPr/>
          <p:nvPr/>
        </p:nvSpPr>
        <p:spPr>
          <a:xfrm>
            <a:off x="7569930" y="3739046"/>
            <a:ext cx="135494" cy="130175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BA5FA6A-A463-F843-BB47-2B4EE6634E71}"/>
              </a:ext>
            </a:extLst>
          </p:cNvPr>
          <p:cNvSpPr/>
          <p:nvPr/>
        </p:nvSpPr>
        <p:spPr>
          <a:xfrm>
            <a:off x="4962303" y="3299313"/>
            <a:ext cx="463138" cy="46313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99D259D-E292-6B43-8140-D526D11EE3D0}"/>
              </a:ext>
            </a:extLst>
          </p:cNvPr>
          <p:cNvSpPr/>
          <p:nvPr/>
        </p:nvSpPr>
        <p:spPr>
          <a:xfrm>
            <a:off x="5193872" y="3299313"/>
            <a:ext cx="463138" cy="46313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A332CD9D-DA2E-574C-B69C-CF47C9C1AF8E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5657010" y="3530882"/>
            <a:ext cx="137160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B834E007-1F0A-0643-8D34-31732DF65779}"/>
              </a:ext>
            </a:extLst>
          </p:cNvPr>
          <p:cNvCxnSpPr>
            <a:cxnSpLocks/>
          </p:cNvCxnSpPr>
          <p:nvPr/>
        </p:nvCxnSpPr>
        <p:spPr>
          <a:xfrm>
            <a:off x="4582293" y="3530882"/>
            <a:ext cx="364073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BCC894C3-3C09-744E-9645-A7CD3B1F74E6}"/>
              </a:ext>
            </a:extLst>
          </p:cNvPr>
          <p:cNvCxnSpPr>
            <a:cxnSpLocks/>
          </p:cNvCxnSpPr>
          <p:nvPr/>
        </p:nvCxnSpPr>
        <p:spPr>
          <a:xfrm>
            <a:off x="5808042" y="3530882"/>
            <a:ext cx="187369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2936E921-F1C9-B44D-8FA0-3320BB8FBC28}"/>
              </a:ext>
            </a:extLst>
          </p:cNvPr>
          <p:cNvCxnSpPr>
            <a:cxnSpLocks/>
          </p:cNvCxnSpPr>
          <p:nvPr/>
        </p:nvCxnSpPr>
        <p:spPr>
          <a:xfrm flipH="1" flipV="1">
            <a:off x="7006324" y="3509692"/>
            <a:ext cx="34272" cy="3572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>
            <a:extLst>
              <a:ext uri="{FF2B5EF4-FFF2-40B4-BE49-F238E27FC236}">
                <a16:creationId xmlns:a16="http://schemas.microsoft.com/office/drawing/2014/main" id="{421A0EC7-8E4C-2445-9D6D-81DC4BE5490A}"/>
              </a:ext>
            </a:extLst>
          </p:cNvPr>
          <p:cNvCxnSpPr>
            <a:cxnSpLocks/>
          </p:cNvCxnSpPr>
          <p:nvPr/>
        </p:nvCxnSpPr>
        <p:spPr>
          <a:xfrm flipV="1">
            <a:off x="7007915" y="3509692"/>
            <a:ext cx="26688" cy="3890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DF880852-2A91-EF41-B39E-EB7215174D2B}"/>
              </a:ext>
            </a:extLst>
          </p:cNvPr>
          <p:cNvCxnSpPr>
            <a:cxnSpLocks/>
          </p:cNvCxnSpPr>
          <p:nvPr/>
        </p:nvCxnSpPr>
        <p:spPr>
          <a:xfrm flipV="1">
            <a:off x="7040596" y="3527555"/>
            <a:ext cx="155258" cy="8226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CA95A049-D4B0-DE47-AAD6-12D85AF972E6}"/>
              </a:ext>
            </a:extLst>
          </p:cNvPr>
          <p:cNvCxnSpPr>
            <a:cxnSpLocks/>
          </p:cNvCxnSpPr>
          <p:nvPr/>
        </p:nvCxnSpPr>
        <p:spPr>
          <a:xfrm flipV="1">
            <a:off x="7192469" y="3527554"/>
            <a:ext cx="183143" cy="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FF48B4DC-9100-DB43-9C31-A93B63157DB6}"/>
              </a:ext>
            </a:extLst>
          </p:cNvPr>
          <p:cNvCxnSpPr>
            <a:cxnSpLocks/>
          </p:cNvCxnSpPr>
          <p:nvPr/>
        </p:nvCxnSpPr>
        <p:spPr>
          <a:xfrm>
            <a:off x="7118225" y="3568687"/>
            <a:ext cx="0" cy="19376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ktangel 16">
            <a:extLst>
              <a:ext uri="{FF2B5EF4-FFF2-40B4-BE49-F238E27FC236}">
                <a16:creationId xmlns:a16="http://schemas.microsoft.com/office/drawing/2014/main" id="{6189ADE8-6156-EC45-A1C5-BAD69C51AE07}"/>
              </a:ext>
            </a:extLst>
          </p:cNvPr>
          <p:cNvSpPr/>
          <p:nvPr/>
        </p:nvSpPr>
        <p:spPr>
          <a:xfrm>
            <a:off x="7052371" y="3738495"/>
            <a:ext cx="135494" cy="130175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7A44164-2A9F-C746-A792-423BF332386E}"/>
              </a:ext>
            </a:extLst>
          </p:cNvPr>
          <p:cNvSpPr/>
          <p:nvPr/>
        </p:nvSpPr>
        <p:spPr>
          <a:xfrm>
            <a:off x="7276138" y="3490756"/>
            <a:ext cx="64717" cy="67196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370B9335-49D7-3B4B-8146-8CE391012982}"/>
              </a:ext>
            </a:extLst>
          </p:cNvPr>
          <p:cNvCxnSpPr>
            <a:cxnSpLocks/>
          </p:cNvCxnSpPr>
          <p:nvPr/>
        </p:nvCxnSpPr>
        <p:spPr>
          <a:xfrm>
            <a:off x="7308496" y="3568687"/>
            <a:ext cx="0" cy="23489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225D308C-1226-FB44-8B52-9BC6C0381A0D}"/>
              </a:ext>
            </a:extLst>
          </p:cNvPr>
          <p:cNvCxnSpPr>
            <a:cxnSpLocks/>
          </p:cNvCxnSpPr>
          <p:nvPr/>
        </p:nvCxnSpPr>
        <p:spPr>
          <a:xfrm>
            <a:off x="7206360" y="3803582"/>
            <a:ext cx="10213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6FEAD1E6-7BEE-E545-BA2B-DEAB63C1A5DE}"/>
              </a:ext>
            </a:extLst>
          </p:cNvPr>
          <p:cNvCxnSpPr>
            <a:cxnSpLocks/>
          </p:cNvCxnSpPr>
          <p:nvPr/>
        </p:nvCxnSpPr>
        <p:spPr>
          <a:xfrm>
            <a:off x="7265305" y="3597496"/>
            <a:ext cx="86382" cy="2819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DFFADAAB-C954-684C-961C-4CBFE2271EB9}"/>
              </a:ext>
            </a:extLst>
          </p:cNvPr>
          <p:cNvCxnSpPr>
            <a:cxnSpLocks/>
          </p:cNvCxnSpPr>
          <p:nvPr/>
        </p:nvCxnSpPr>
        <p:spPr>
          <a:xfrm>
            <a:off x="7263314" y="3623271"/>
            <a:ext cx="86382" cy="2819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kstfelt 22">
            <a:extLst>
              <a:ext uri="{FF2B5EF4-FFF2-40B4-BE49-F238E27FC236}">
                <a16:creationId xmlns:a16="http://schemas.microsoft.com/office/drawing/2014/main" id="{C4E5A23B-ECFE-D740-A0FC-6BF54DAC9CFE}"/>
              </a:ext>
            </a:extLst>
          </p:cNvPr>
          <p:cNvSpPr txBox="1"/>
          <p:nvPr/>
        </p:nvSpPr>
        <p:spPr>
          <a:xfrm>
            <a:off x="7015786" y="3717356"/>
            <a:ext cx="2958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536E46EC-FC1C-ED42-80E0-8C2DEE46157D}"/>
              </a:ext>
            </a:extLst>
          </p:cNvPr>
          <p:cNvCxnSpPr>
            <a:cxnSpLocks/>
          </p:cNvCxnSpPr>
          <p:nvPr/>
        </p:nvCxnSpPr>
        <p:spPr>
          <a:xfrm>
            <a:off x="7377056" y="3168305"/>
            <a:ext cx="0" cy="99480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024674B2-BC6F-5146-A2F2-F2DECA748D7C}"/>
              </a:ext>
            </a:extLst>
          </p:cNvPr>
          <p:cNvCxnSpPr>
            <a:cxnSpLocks/>
          </p:cNvCxnSpPr>
          <p:nvPr/>
        </p:nvCxnSpPr>
        <p:spPr>
          <a:xfrm flipV="1">
            <a:off x="7375612" y="3528532"/>
            <a:ext cx="183143" cy="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3E0425FA-DA44-2847-B6CD-3D857CBC360B}"/>
              </a:ext>
            </a:extLst>
          </p:cNvPr>
          <p:cNvCxnSpPr>
            <a:cxnSpLocks/>
          </p:cNvCxnSpPr>
          <p:nvPr/>
        </p:nvCxnSpPr>
        <p:spPr>
          <a:xfrm>
            <a:off x="7564373" y="3530882"/>
            <a:ext cx="151084" cy="7893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297320D7-7A90-B743-A7AD-2586620B6A88}"/>
              </a:ext>
            </a:extLst>
          </p:cNvPr>
          <p:cNvCxnSpPr>
            <a:cxnSpLocks/>
          </p:cNvCxnSpPr>
          <p:nvPr/>
        </p:nvCxnSpPr>
        <p:spPr>
          <a:xfrm>
            <a:off x="7639915" y="3568687"/>
            <a:ext cx="0" cy="19376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kstfelt 27">
            <a:extLst>
              <a:ext uri="{FF2B5EF4-FFF2-40B4-BE49-F238E27FC236}">
                <a16:creationId xmlns:a16="http://schemas.microsoft.com/office/drawing/2014/main" id="{E518294E-CD2B-144B-844C-CFDBE66ADACC}"/>
              </a:ext>
            </a:extLst>
          </p:cNvPr>
          <p:cNvSpPr txBox="1"/>
          <p:nvPr/>
        </p:nvSpPr>
        <p:spPr>
          <a:xfrm>
            <a:off x="7530113" y="3713616"/>
            <a:ext cx="2958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29" name="Lige forbindelse 28">
            <a:extLst>
              <a:ext uri="{FF2B5EF4-FFF2-40B4-BE49-F238E27FC236}">
                <a16:creationId xmlns:a16="http://schemas.microsoft.com/office/drawing/2014/main" id="{F1EC5F72-B076-F143-9D27-61012D37215E}"/>
              </a:ext>
            </a:extLst>
          </p:cNvPr>
          <p:cNvCxnSpPr>
            <a:cxnSpLocks/>
          </p:cNvCxnSpPr>
          <p:nvPr/>
        </p:nvCxnSpPr>
        <p:spPr>
          <a:xfrm flipH="1" flipV="1">
            <a:off x="7719227" y="3509342"/>
            <a:ext cx="34272" cy="3572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forbindelse 29">
            <a:extLst>
              <a:ext uri="{FF2B5EF4-FFF2-40B4-BE49-F238E27FC236}">
                <a16:creationId xmlns:a16="http://schemas.microsoft.com/office/drawing/2014/main" id="{7E2F68C5-BB13-C940-97CF-66D8330F4F36}"/>
              </a:ext>
            </a:extLst>
          </p:cNvPr>
          <p:cNvCxnSpPr>
            <a:cxnSpLocks/>
          </p:cNvCxnSpPr>
          <p:nvPr/>
        </p:nvCxnSpPr>
        <p:spPr>
          <a:xfrm flipV="1">
            <a:off x="7722406" y="3503472"/>
            <a:ext cx="26688" cy="3890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forbindelse 30">
            <a:extLst>
              <a:ext uri="{FF2B5EF4-FFF2-40B4-BE49-F238E27FC236}">
                <a16:creationId xmlns:a16="http://schemas.microsoft.com/office/drawing/2014/main" id="{39622F0C-8A3C-0347-A060-BB64300F812A}"/>
              </a:ext>
            </a:extLst>
          </p:cNvPr>
          <p:cNvCxnSpPr>
            <a:cxnSpLocks/>
          </p:cNvCxnSpPr>
          <p:nvPr/>
        </p:nvCxnSpPr>
        <p:spPr>
          <a:xfrm>
            <a:off x="7740857" y="3530882"/>
            <a:ext cx="51227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B4CE7871-C6E8-9F49-B38E-86304ACC4449}"/>
              </a:ext>
            </a:extLst>
          </p:cNvPr>
          <p:cNvCxnSpPr>
            <a:cxnSpLocks/>
          </p:cNvCxnSpPr>
          <p:nvPr/>
        </p:nvCxnSpPr>
        <p:spPr>
          <a:xfrm>
            <a:off x="7917281" y="3530882"/>
            <a:ext cx="187369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8B1606EF-64B2-0B48-8BF9-D5DFC6766155}"/>
              </a:ext>
            </a:extLst>
          </p:cNvPr>
          <p:cNvCxnSpPr>
            <a:cxnSpLocks/>
          </p:cNvCxnSpPr>
          <p:nvPr/>
        </p:nvCxnSpPr>
        <p:spPr>
          <a:xfrm>
            <a:off x="8253129" y="3535864"/>
            <a:ext cx="0" cy="1748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04950842-1013-8A4B-AD9A-303F957CEAC2}"/>
              </a:ext>
            </a:extLst>
          </p:cNvPr>
          <p:cNvCxnSpPr>
            <a:cxnSpLocks/>
          </p:cNvCxnSpPr>
          <p:nvPr/>
        </p:nvCxnSpPr>
        <p:spPr>
          <a:xfrm flipV="1">
            <a:off x="8253129" y="3593983"/>
            <a:ext cx="0" cy="114972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2986DD05-8705-3849-8C1E-1F951099912C}"/>
              </a:ext>
            </a:extLst>
          </p:cNvPr>
          <p:cNvSpPr/>
          <p:nvPr/>
        </p:nvSpPr>
        <p:spPr>
          <a:xfrm>
            <a:off x="8230269" y="37167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FE23CEDE-B583-BB44-80F4-9D895329E4DB}"/>
              </a:ext>
            </a:extLst>
          </p:cNvPr>
          <p:cNvCxnSpPr>
            <a:cxnSpLocks/>
          </p:cNvCxnSpPr>
          <p:nvPr/>
        </p:nvCxnSpPr>
        <p:spPr>
          <a:xfrm>
            <a:off x="8218619" y="3708955"/>
            <a:ext cx="6901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3E0C6721-12BB-3D4C-924B-338EC7C381E1}"/>
              </a:ext>
            </a:extLst>
          </p:cNvPr>
          <p:cNvCxnSpPr>
            <a:cxnSpLocks/>
          </p:cNvCxnSpPr>
          <p:nvPr/>
        </p:nvCxnSpPr>
        <p:spPr>
          <a:xfrm>
            <a:off x="8693258" y="3535864"/>
            <a:ext cx="0" cy="1748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D75181C7-0476-DB46-85ED-8EF89E2541DE}"/>
              </a:ext>
            </a:extLst>
          </p:cNvPr>
          <p:cNvCxnSpPr>
            <a:cxnSpLocks/>
          </p:cNvCxnSpPr>
          <p:nvPr/>
        </p:nvCxnSpPr>
        <p:spPr>
          <a:xfrm flipV="1">
            <a:off x="8693258" y="3593983"/>
            <a:ext cx="0" cy="114972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768F518C-8A2A-3F48-AA6E-27AECA0BA212}"/>
              </a:ext>
            </a:extLst>
          </p:cNvPr>
          <p:cNvSpPr/>
          <p:nvPr/>
        </p:nvSpPr>
        <p:spPr>
          <a:xfrm>
            <a:off x="8670398" y="37167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0" name="Lige forbindelse 39">
            <a:extLst>
              <a:ext uri="{FF2B5EF4-FFF2-40B4-BE49-F238E27FC236}">
                <a16:creationId xmlns:a16="http://schemas.microsoft.com/office/drawing/2014/main" id="{BC8AE221-9B3C-7B4A-AB16-484594052A78}"/>
              </a:ext>
            </a:extLst>
          </p:cNvPr>
          <p:cNvCxnSpPr>
            <a:cxnSpLocks/>
          </p:cNvCxnSpPr>
          <p:nvPr/>
        </p:nvCxnSpPr>
        <p:spPr>
          <a:xfrm>
            <a:off x="8658748" y="3708955"/>
            <a:ext cx="6901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forbindelse 40">
            <a:extLst>
              <a:ext uri="{FF2B5EF4-FFF2-40B4-BE49-F238E27FC236}">
                <a16:creationId xmlns:a16="http://schemas.microsoft.com/office/drawing/2014/main" id="{16EF8B59-00F8-284A-B7A3-FAE8D97A7CDD}"/>
              </a:ext>
            </a:extLst>
          </p:cNvPr>
          <p:cNvCxnSpPr>
            <a:cxnSpLocks/>
          </p:cNvCxnSpPr>
          <p:nvPr/>
        </p:nvCxnSpPr>
        <p:spPr>
          <a:xfrm>
            <a:off x="8693258" y="3535864"/>
            <a:ext cx="439346" cy="65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ige forbindelse 41">
            <a:extLst>
              <a:ext uri="{FF2B5EF4-FFF2-40B4-BE49-F238E27FC236}">
                <a16:creationId xmlns:a16="http://schemas.microsoft.com/office/drawing/2014/main" id="{C38EE5E4-6D74-D04E-9210-9E5DD36C3502}"/>
              </a:ext>
            </a:extLst>
          </p:cNvPr>
          <p:cNvCxnSpPr>
            <a:cxnSpLocks/>
          </p:cNvCxnSpPr>
          <p:nvPr/>
        </p:nvCxnSpPr>
        <p:spPr>
          <a:xfrm>
            <a:off x="8253129" y="3907980"/>
            <a:ext cx="0" cy="11480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ge forbindelse 42">
            <a:extLst>
              <a:ext uri="{FF2B5EF4-FFF2-40B4-BE49-F238E27FC236}">
                <a16:creationId xmlns:a16="http://schemas.microsoft.com/office/drawing/2014/main" id="{7A861BB6-9538-0642-A525-42ADE8E7CE4D}"/>
              </a:ext>
            </a:extLst>
          </p:cNvPr>
          <p:cNvCxnSpPr>
            <a:cxnSpLocks/>
          </p:cNvCxnSpPr>
          <p:nvPr/>
        </p:nvCxnSpPr>
        <p:spPr>
          <a:xfrm>
            <a:off x="8693258" y="3911155"/>
            <a:ext cx="0" cy="11162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ge forbindelse 43">
            <a:extLst>
              <a:ext uri="{FF2B5EF4-FFF2-40B4-BE49-F238E27FC236}">
                <a16:creationId xmlns:a16="http://schemas.microsoft.com/office/drawing/2014/main" id="{E7AD5C11-F90C-4841-9B80-7337C564D72A}"/>
              </a:ext>
            </a:extLst>
          </p:cNvPr>
          <p:cNvCxnSpPr>
            <a:cxnSpLocks/>
          </p:cNvCxnSpPr>
          <p:nvPr/>
        </p:nvCxnSpPr>
        <p:spPr>
          <a:xfrm>
            <a:off x="8253128" y="4022781"/>
            <a:ext cx="439346" cy="65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ge forbindelse 44">
            <a:extLst>
              <a:ext uri="{FF2B5EF4-FFF2-40B4-BE49-F238E27FC236}">
                <a16:creationId xmlns:a16="http://schemas.microsoft.com/office/drawing/2014/main" id="{B0E39F65-4F8D-E344-BFEB-28D8397514F4}"/>
              </a:ext>
            </a:extLst>
          </p:cNvPr>
          <p:cNvCxnSpPr>
            <a:cxnSpLocks/>
          </p:cNvCxnSpPr>
          <p:nvPr/>
        </p:nvCxnSpPr>
        <p:spPr>
          <a:xfrm>
            <a:off x="8465255" y="4029290"/>
            <a:ext cx="0" cy="10999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ge forbindelse 45">
            <a:extLst>
              <a:ext uri="{FF2B5EF4-FFF2-40B4-BE49-F238E27FC236}">
                <a16:creationId xmlns:a16="http://schemas.microsoft.com/office/drawing/2014/main" id="{9195BBE6-6806-CC42-8EBD-4B88A28ED5C5}"/>
              </a:ext>
            </a:extLst>
          </p:cNvPr>
          <p:cNvCxnSpPr>
            <a:cxnSpLocks/>
          </p:cNvCxnSpPr>
          <p:nvPr/>
        </p:nvCxnSpPr>
        <p:spPr>
          <a:xfrm flipH="1">
            <a:off x="8411879" y="4145789"/>
            <a:ext cx="53376" cy="10094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lipse 46">
            <a:extLst>
              <a:ext uri="{FF2B5EF4-FFF2-40B4-BE49-F238E27FC236}">
                <a16:creationId xmlns:a16="http://schemas.microsoft.com/office/drawing/2014/main" id="{BD8F6075-4E8A-CD41-AE44-9B4E04ED0CB5}"/>
              </a:ext>
            </a:extLst>
          </p:cNvPr>
          <p:cNvSpPr/>
          <p:nvPr/>
        </p:nvSpPr>
        <p:spPr>
          <a:xfrm>
            <a:off x="8442395" y="42896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EF359A8C-8DC3-C44C-B130-93D5D6593EE5}"/>
              </a:ext>
            </a:extLst>
          </p:cNvPr>
          <p:cNvCxnSpPr>
            <a:cxnSpLocks/>
          </p:cNvCxnSpPr>
          <p:nvPr/>
        </p:nvCxnSpPr>
        <p:spPr>
          <a:xfrm>
            <a:off x="8430746" y="4337535"/>
            <a:ext cx="6901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05C414E8-7D55-2C47-B505-816C775FDAA4}"/>
              </a:ext>
            </a:extLst>
          </p:cNvPr>
          <p:cNvCxnSpPr>
            <a:cxnSpLocks/>
          </p:cNvCxnSpPr>
          <p:nvPr/>
        </p:nvCxnSpPr>
        <p:spPr>
          <a:xfrm flipH="1">
            <a:off x="8465254" y="4335339"/>
            <a:ext cx="1" cy="31876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ktangel 49">
            <a:extLst>
              <a:ext uri="{FF2B5EF4-FFF2-40B4-BE49-F238E27FC236}">
                <a16:creationId xmlns:a16="http://schemas.microsoft.com/office/drawing/2014/main" id="{3BD54315-C6DA-D645-BE63-B8FE3A7773FD}"/>
              </a:ext>
            </a:extLst>
          </p:cNvPr>
          <p:cNvSpPr/>
          <p:nvPr/>
        </p:nvSpPr>
        <p:spPr>
          <a:xfrm>
            <a:off x="8435924" y="4419892"/>
            <a:ext cx="58660" cy="165627"/>
          </a:xfrm>
          <a:prstGeom prst="rect">
            <a:avLst/>
          </a:prstGeom>
          <a:noFill/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51" name="Lige pilforbindelse 50">
            <a:extLst>
              <a:ext uri="{FF2B5EF4-FFF2-40B4-BE49-F238E27FC236}">
                <a16:creationId xmlns:a16="http://schemas.microsoft.com/office/drawing/2014/main" id="{0E4EA87E-BCFF-9841-A23F-7EA0FD482C85}"/>
              </a:ext>
            </a:extLst>
          </p:cNvPr>
          <p:cNvCxnSpPr>
            <a:cxnSpLocks/>
          </p:cNvCxnSpPr>
          <p:nvPr/>
        </p:nvCxnSpPr>
        <p:spPr>
          <a:xfrm>
            <a:off x="8465254" y="4612830"/>
            <a:ext cx="0" cy="17145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B5F54DAA-221C-AC45-AF00-C9F796E40A4E}"/>
              </a:ext>
            </a:extLst>
          </p:cNvPr>
          <p:cNvCxnSpPr>
            <a:cxnSpLocks/>
          </p:cNvCxnSpPr>
          <p:nvPr/>
        </p:nvCxnSpPr>
        <p:spPr>
          <a:xfrm flipH="1">
            <a:off x="8465253" y="4656158"/>
            <a:ext cx="1" cy="31876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ge pilforbindelse 52">
            <a:extLst>
              <a:ext uri="{FF2B5EF4-FFF2-40B4-BE49-F238E27FC236}">
                <a16:creationId xmlns:a16="http://schemas.microsoft.com/office/drawing/2014/main" id="{2CCCA587-CA3C-C64E-8C91-6717AB2F5128}"/>
              </a:ext>
            </a:extLst>
          </p:cNvPr>
          <p:cNvCxnSpPr>
            <a:cxnSpLocks/>
          </p:cNvCxnSpPr>
          <p:nvPr/>
        </p:nvCxnSpPr>
        <p:spPr>
          <a:xfrm flipV="1">
            <a:off x="8465253" y="4860480"/>
            <a:ext cx="0" cy="13970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97879395-7F3E-3042-82B4-D4E01149198A}"/>
              </a:ext>
            </a:extLst>
          </p:cNvPr>
          <p:cNvSpPr/>
          <p:nvPr/>
        </p:nvSpPr>
        <p:spPr>
          <a:xfrm>
            <a:off x="8381670" y="5005607"/>
            <a:ext cx="167166" cy="18290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4FF710BE-93AD-CB4B-BEB2-D8BC1D46E6B2}"/>
              </a:ext>
            </a:extLst>
          </p:cNvPr>
          <p:cNvSpPr/>
          <p:nvPr/>
        </p:nvSpPr>
        <p:spPr>
          <a:xfrm>
            <a:off x="8381670" y="5097061"/>
            <a:ext cx="167166" cy="18290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56" name="Lige forbindelse 55">
            <a:extLst>
              <a:ext uri="{FF2B5EF4-FFF2-40B4-BE49-F238E27FC236}">
                <a16:creationId xmlns:a16="http://schemas.microsoft.com/office/drawing/2014/main" id="{D317C33B-AE48-C44F-82C3-A8AE19AA4101}"/>
              </a:ext>
            </a:extLst>
          </p:cNvPr>
          <p:cNvCxnSpPr>
            <a:cxnSpLocks/>
          </p:cNvCxnSpPr>
          <p:nvPr/>
        </p:nvCxnSpPr>
        <p:spPr>
          <a:xfrm>
            <a:off x="8465253" y="5290150"/>
            <a:ext cx="0" cy="10690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kstfelt 56">
            <a:extLst>
              <a:ext uri="{FF2B5EF4-FFF2-40B4-BE49-F238E27FC236}">
                <a16:creationId xmlns:a16="http://schemas.microsoft.com/office/drawing/2014/main" id="{9B2B55AB-BF99-904E-92E0-2802C174CB40}"/>
              </a:ext>
            </a:extLst>
          </p:cNvPr>
          <p:cNvSpPr txBox="1"/>
          <p:nvPr/>
        </p:nvSpPr>
        <p:spPr>
          <a:xfrm>
            <a:off x="8172738" y="5042777"/>
            <a:ext cx="2958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T1</a:t>
            </a:r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799B573F-0D28-3349-A4D4-F94A43FAB876}"/>
              </a:ext>
            </a:extLst>
          </p:cNvPr>
          <p:cNvSpPr txBox="1"/>
          <p:nvPr/>
        </p:nvSpPr>
        <p:spPr>
          <a:xfrm>
            <a:off x="5088579" y="3083666"/>
            <a:ext cx="49933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50/10 kV</a:t>
            </a:r>
          </a:p>
        </p:txBody>
      </p:sp>
      <p:sp>
        <p:nvSpPr>
          <p:cNvPr id="59" name="Tekstfelt 58">
            <a:extLst>
              <a:ext uri="{FF2B5EF4-FFF2-40B4-BE49-F238E27FC236}">
                <a16:creationId xmlns:a16="http://schemas.microsoft.com/office/drawing/2014/main" id="{878FA8F8-F425-4E4D-B396-08EE5B9F745D}"/>
              </a:ext>
            </a:extLst>
          </p:cNvPr>
          <p:cNvSpPr txBox="1"/>
          <p:nvPr/>
        </p:nvSpPr>
        <p:spPr>
          <a:xfrm>
            <a:off x="7092641" y="2988240"/>
            <a:ext cx="58539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10 kV skinne</a:t>
            </a:r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DAB24EB9-86C4-EE45-9F8C-4D376CE4F74A}"/>
              </a:ext>
            </a:extLst>
          </p:cNvPr>
          <p:cNvSpPr txBox="1"/>
          <p:nvPr/>
        </p:nvSpPr>
        <p:spPr>
          <a:xfrm>
            <a:off x="7999688" y="3305889"/>
            <a:ext cx="585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W1</a:t>
            </a:r>
            <a:br>
              <a:rPr lang="da-DK" sz="500" dirty="0"/>
            </a:br>
            <a:r>
              <a:rPr lang="da-DK" sz="500" dirty="0"/>
              <a:t>850 m</a:t>
            </a:r>
          </a:p>
        </p:txBody>
      </p:sp>
      <p:sp>
        <p:nvSpPr>
          <p:cNvPr id="61" name="Tekstfelt 60">
            <a:extLst>
              <a:ext uri="{FF2B5EF4-FFF2-40B4-BE49-F238E27FC236}">
                <a16:creationId xmlns:a16="http://schemas.microsoft.com/office/drawing/2014/main" id="{30C59A0E-CFCC-864B-A62D-64F85B75C268}"/>
              </a:ext>
            </a:extLst>
          </p:cNvPr>
          <p:cNvSpPr txBox="1"/>
          <p:nvPr/>
        </p:nvSpPr>
        <p:spPr>
          <a:xfrm>
            <a:off x="8753275" y="3311731"/>
            <a:ext cx="585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W2</a:t>
            </a:r>
            <a:br>
              <a:rPr lang="da-DK" sz="500" dirty="0"/>
            </a:br>
            <a:r>
              <a:rPr lang="da-DK" sz="500" dirty="0"/>
              <a:t>775 m</a:t>
            </a:r>
          </a:p>
        </p:txBody>
      </p:sp>
      <p:cxnSp>
        <p:nvCxnSpPr>
          <p:cNvPr id="62" name="Lige forbindelse 61">
            <a:extLst>
              <a:ext uri="{FF2B5EF4-FFF2-40B4-BE49-F238E27FC236}">
                <a16:creationId xmlns:a16="http://schemas.microsoft.com/office/drawing/2014/main" id="{3B75C751-DE3F-0F44-A835-561834D95445}"/>
              </a:ext>
            </a:extLst>
          </p:cNvPr>
          <p:cNvCxnSpPr>
            <a:cxnSpLocks/>
          </p:cNvCxnSpPr>
          <p:nvPr/>
        </p:nvCxnSpPr>
        <p:spPr>
          <a:xfrm flipV="1">
            <a:off x="8692474" y="3820581"/>
            <a:ext cx="75871" cy="9057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ge forbindelse 62">
            <a:extLst>
              <a:ext uri="{FF2B5EF4-FFF2-40B4-BE49-F238E27FC236}">
                <a16:creationId xmlns:a16="http://schemas.microsoft.com/office/drawing/2014/main" id="{245FB1C3-2F5A-F341-B214-18FD4A15C269}"/>
              </a:ext>
            </a:extLst>
          </p:cNvPr>
          <p:cNvCxnSpPr>
            <a:cxnSpLocks/>
          </p:cNvCxnSpPr>
          <p:nvPr/>
        </p:nvCxnSpPr>
        <p:spPr>
          <a:xfrm flipH="1" flipV="1">
            <a:off x="8172738" y="3805295"/>
            <a:ext cx="78631" cy="9158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ige pilforbindelse 63">
            <a:extLst>
              <a:ext uri="{FF2B5EF4-FFF2-40B4-BE49-F238E27FC236}">
                <a16:creationId xmlns:a16="http://schemas.microsoft.com/office/drawing/2014/main" id="{B358D57B-E464-1640-8D56-4C8A74F62811}"/>
              </a:ext>
            </a:extLst>
          </p:cNvPr>
          <p:cNvCxnSpPr>
            <a:cxnSpLocks/>
          </p:cNvCxnSpPr>
          <p:nvPr/>
        </p:nvCxnSpPr>
        <p:spPr>
          <a:xfrm flipH="1">
            <a:off x="6255717" y="3531996"/>
            <a:ext cx="152400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459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{9037C379-281D-D546-9CDB-20D71457459D}tf10001062</Template>
  <TotalTime>207</TotalTime>
  <Words>96</Words>
  <Application>Microsoft Macintosh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Wingdings</vt:lpstr>
      <vt:lpstr>Wingdings 3</vt:lpstr>
      <vt:lpstr>Ion</vt:lpstr>
      <vt:lpstr>Spændingsniveau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Dimensionering af trafo</dc:title>
  <dc:creator>Nicolai Alexander Skjershede</dc:creator>
  <cp:lastModifiedBy>Nicolai Alexander Skjershede</cp:lastModifiedBy>
  <cp:revision>22</cp:revision>
  <dcterms:created xsi:type="dcterms:W3CDTF">2021-04-04T16:29:49Z</dcterms:created>
  <dcterms:modified xsi:type="dcterms:W3CDTF">2021-04-05T10:22:20Z</dcterms:modified>
</cp:coreProperties>
</file>